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M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>
        <p:scale>
          <a:sx n="68" d="100"/>
          <a:sy n="68" d="100"/>
        </p:scale>
        <p:origin x="816" y="-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CE447-038E-17DA-EE60-DF12208CFB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W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368709-66CE-C28E-B802-DCE6EE4120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9A6CEC-161D-4DC8-380A-E34C6E97B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FD32F-7B25-4A37-8168-1D1991CAAA62}" type="datetimeFigureOut">
              <a:rPr lang="en-MW" smtClean="0"/>
              <a:t>13/06/2026</a:t>
            </a:fld>
            <a:endParaRPr lang="en-M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F0C3EE-284C-F9C3-E660-012E4CC6A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F85BC2-319D-751A-E0DF-21725E2F5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7153B-C2E4-4088-9A5A-87D3265D41DD}" type="slidenum">
              <a:rPr lang="en-MW" smtClean="0"/>
              <a:t>‹#›</a:t>
            </a:fld>
            <a:endParaRPr lang="en-MW"/>
          </a:p>
        </p:txBody>
      </p:sp>
    </p:spTree>
    <p:extLst>
      <p:ext uri="{BB962C8B-B14F-4D97-AF65-F5344CB8AC3E}">
        <p14:creationId xmlns:p14="http://schemas.microsoft.com/office/powerpoint/2010/main" val="16728143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A2E7E-DA28-34D0-952A-0506981CB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3C9439-408F-49C3-AE8F-DBFB11CA56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99A0BA-F456-01A3-6875-B319457CA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FD32F-7B25-4A37-8168-1D1991CAAA62}" type="datetimeFigureOut">
              <a:rPr lang="en-MW" smtClean="0"/>
              <a:t>13/06/2026</a:t>
            </a:fld>
            <a:endParaRPr lang="en-M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443399-8BD6-5318-577A-45C58C2C9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69B34-91F3-BB7B-F863-72308B654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7153B-C2E4-4088-9A5A-87D3265D41DD}" type="slidenum">
              <a:rPr lang="en-MW" smtClean="0"/>
              <a:t>‹#›</a:t>
            </a:fld>
            <a:endParaRPr lang="en-MW"/>
          </a:p>
        </p:txBody>
      </p:sp>
    </p:spTree>
    <p:extLst>
      <p:ext uri="{BB962C8B-B14F-4D97-AF65-F5344CB8AC3E}">
        <p14:creationId xmlns:p14="http://schemas.microsoft.com/office/powerpoint/2010/main" val="23035744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D80BC-7136-F574-3F11-F3BCA799A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51750B-521F-F78D-8395-6B77B8FE28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98C960-54A6-2CD1-6982-F777F3804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FD32F-7B25-4A37-8168-1D1991CAAA62}" type="datetimeFigureOut">
              <a:rPr lang="en-MW" smtClean="0"/>
              <a:t>13/06/2026</a:t>
            </a:fld>
            <a:endParaRPr lang="en-M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670BB2-1F21-01AE-6283-2B15C9A7A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9950CD-4C33-01F1-D05C-A43C9B6AD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7153B-C2E4-4088-9A5A-87D3265D41DD}" type="slidenum">
              <a:rPr lang="en-MW" smtClean="0"/>
              <a:t>‹#›</a:t>
            </a:fld>
            <a:endParaRPr lang="en-MW"/>
          </a:p>
        </p:txBody>
      </p:sp>
    </p:spTree>
    <p:extLst>
      <p:ext uri="{BB962C8B-B14F-4D97-AF65-F5344CB8AC3E}">
        <p14:creationId xmlns:p14="http://schemas.microsoft.com/office/powerpoint/2010/main" val="36487691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32115-F5C5-859E-F10C-8C0DACB06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DFDEDA-5116-3A21-5178-CAF411D027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W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3F0065-82E0-EA66-474B-F2AAD72AAC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W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4A9AAE-3D60-199A-07F3-B5FAA28FA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FD32F-7B25-4A37-8168-1D1991CAAA62}" type="datetimeFigureOut">
              <a:rPr lang="en-MW" smtClean="0"/>
              <a:t>13/06/2026</a:t>
            </a:fld>
            <a:endParaRPr lang="en-M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C852AC-AC1D-AD3F-4C91-F001F2917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60D72B-A17B-C5E3-F220-997DE12EF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7153B-C2E4-4088-9A5A-87D3265D41DD}" type="slidenum">
              <a:rPr lang="en-MW" smtClean="0"/>
              <a:t>‹#›</a:t>
            </a:fld>
            <a:endParaRPr lang="en-MW"/>
          </a:p>
        </p:txBody>
      </p:sp>
    </p:spTree>
    <p:extLst>
      <p:ext uri="{BB962C8B-B14F-4D97-AF65-F5344CB8AC3E}">
        <p14:creationId xmlns:p14="http://schemas.microsoft.com/office/powerpoint/2010/main" val="34208001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C7C07-769A-7408-DFD8-FF2CA631A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1C3122-7A97-6750-276F-AD12760680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E7BD6E-E8E2-8C6B-061F-BEC7DDE743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W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F4D610-176F-E4C6-957C-BB7FECDFBA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A7C7BA-F71F-5158-55E7-8AE1353B06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W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D358E57-849F-D299-272D-E34FD60F6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FD32F-7B25-4A37-8168-1D1991CAAA62}" type="datetimeFigureOut">
              <a:rPr lang="en-MW" smtClean="0"/>
              <a:t>13/06/2026</a:t>
            </a:fld>
            <a:endParaRPr lang="en-MW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6C985E-5182-56E6-E266-E0C82BB9D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W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951902-600E-56BA-AD5D-2FAC75940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7153B-C2E4-4088-9A5A-87D3265D41DD}" type="slidenum">
              <a:rPr lang="en-MW" smtClean="0"/>
              <a:t>‹#›</a:t>
            </a:fld>
            <a:endParaRPr lang="en-MW"/>
          </a:p>
        </p:txBody>
      </p:sp>
    </p:spTree>
    <p:extLst>
      <p:ext uri="{BB962C8B-B14F-4D97-AF65-F5344CB8AC3E}">
        <p14:creationId xmlns:p14="http://schemas.microsoft.com/office/powerpoint/2010/main" val="18840186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55482-2318-55A8-00ED-60C957674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W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8D1B1D-4DE0-5D84-5513-43C1C5EE0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FD32F-7B25-4A37-8168-1D1991CAAA62}" type="datetimeFigureOut">
              <a:rPr lang="en-MW" smtClean="0"/>
              <a:t>13/06/2026</a:t>
            </a:fld>
            <a:endParaRPr lang="en-MW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F794DE-CE4D-AC62-D9A1-B77BE302E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W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39B68-4C80-D196-D173-5038210BC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7153B-C2E4-4088-9A5A-87D3265D41DD}" type="slidenum">
              <a:rPr lang="en-MW" smtClean="0"/>
              <a:t>‹#›</a:t>
            </a:fld>
            <a:endParaRPr lang="en-MW"/>
          </a:p>
        </p:txBody>
      </p:sp>
    </p:spTree>
    <p:extLst>
      <p:ext uri="{BB962C8B-B14F-4D97-AF65-F5344CB8AC3E}">
        <p14:creationId xmlns:p14="http://schemas.microsoft.com/office/powerpoint/2010/main" val="21913280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EFEFA5-7579-D6A9-CD8E-4A26F7F6A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FD32F-7B25-4A37-8168-1D1991CAAA62}" type="datetimeFigureOut">
              <a:rPr lang="en-MW" smtClean="0"/>
              <a:t>13/06/2026</a:t>
            </a:fld>
            <a:endParaRPr lang="en-MW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370F8E-BCE0-F455-3CC6-B087552A8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W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210A27-59BD-5C00-891B-EE92FB641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7153B-C2E4-4088-9A5A-87D3265D41DD}" type="slidenum">
              <a:rPr lang="en-MW" smtClean="0"/>
              <a:t>‹#›</a:t>
            </a:fld>
            <a:endParaRPr lang="en-MW"/>
          </a:p>
        </p:txBody>
      </p:sp>
    </p:spTree>
    <p:extLst>
      <p:ext uri="{BB962C8B-B14F-4D97-AF65-F5344CB8AC3E}">
        <p14:creationId xmlns:p14="http://schemas.microsoft.com/office/powerpoint/2010/main" val="1189897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FEFF7-3F19-3DF9-1529-A6B85F6E9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92ED51-BD79-464C-B429-556842B2A9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W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4738DC-D412-2B04-41BE-1424DFCE77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D9D8B2-1AB4-043D-AEC2-185F6146D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FD32F-7B25-4A37-8168-1D1991CAAA62}" type="datetimeFigureOut">
              <a:rPr lang="en-MW" smtClean="0"/>
              <a:t>13/06/2026</a:t>
            </a:fld>
            <a:endParaRPr lang="en-M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7B290C-48D0-8CD7-2693-F7211541E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6462C7-F6F5-ADEE-D105-20A08296C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7153B-C2E4-4088-9A5A-87D3265D41DD}" type="slidenum">
              <a:rPr lang="en-MW" smtClean="0"/>
              <a:t>‹#›</a:t>
            </a:fld>
            <a:endParaRPr lang="en-MW"/>
          </a:p>
        </p:txBody>
      </p:sp>
    </p:spTree>
    <p:extLst>
      <p:ext uri="{BB962C8B-B14F-4D97-AF65-F5344CB8AC3E}">
        <p14:creationId xmlns:p14="http://schemas.microsoft.com/office/powerpoint/2010/main" val="9173830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4C6A3-3090-113F-5F50-836EC4E5D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W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BC8333-0999-0AB8-E175-4BAB7180A3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W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444BD9-5B88-92FE-2AC0-323EAD105B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B3D673-35A6-15C6-D69E-6701BA67A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FD32F-7B25-4A37-8168-1D1991CAAA62}" type="datetimeFigureOut">
              <a:rPr lang="en-MW" smtClean="0"/>
              <a:t>13/06/2026</a:t>
            </a:fld>
            <a:endParaRPr lang="en-M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52EFDB-4D5C-AA7A-12F6-2B6EF21B6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63450B-C6FD-9ADA-3DBC-19EA04D78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7153B-C2E4-4088-9A5A-87D3265D41DD}" type="slidenum">
              <a:rPr lang="en-MW" smtClean="0"/>
              <a:t>‹#›</a:t>
            </a:fld>
            <a:endParaRPr lang="en-MW"/>
          </a:p>
        </p:txBody>
      </p:sp>
    </p:spTree>
    <p:extLst>
      <p:ext uri="{BB962C8B-B14F-4D97-AF65-F5344CB8AC3E}">
        <p14:creationId xmlns:p14="http://schemas.microsoft.com/office/powerpoint/2010/main" val="3470955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1D9C0-DC53-E671-3E5B-6F688D8FD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W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D6E490-412E-AC66-EA3B-AA61094266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44DDB8-DE51-45DE-0771-67F19A4C6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FD32F-7B25-4A37-8168-1D1991CAAA62}" type="datetimeFigureOut">
              <a:rPr lang="en-MW" smtClean="0"/>
              <a:t>13/06/2026</a:t>
            </a:fld>
            <a:endParaRPr lang="en-M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5A184E-06DA-EDE9-D572-69C8AD6A0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FDEEE9-8D6F-33C6-2A3A-CAFBC5739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7153B-C2E4-4088-9A5A-87D3265D41DD}" type="slidenum">
              <a:rPr lang="en-MW" smtClean="0"/>
              <a:t>‹#›</a:t>
            </a:fld>
            <a:endParaRPr lang="en-MW"/>
          </a:p>
        </p:txBody>
      </p:sp>
    </p:spTree>
    <p:extLst>
      <p:ext uri="{BB962C8B-B14F-4D97-AF65-F5344CB8AC3E}">
        <p14:creationId xmlns:p14="http://schemas.microsoft.com/office/powerpoint/2010/main" val="27713229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D62D927-6465-0620-0D28-0C7E722A1F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W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DFF3F0-C971-7475-CF75-C9C2B4553C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78D04F-D961-C007-F0BB-912C54D63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FD32F-7B25-4A37-8168-1D1991CAAA62}" type="datetimeFigureOut">
              <a:rPr lang="en-MW" smtClean="0"/>
              <a:t>13/06/2026</a:t>
            </a:fld>
            <a:endParaRPr lang="en-M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87C5A0-CB41-810A-0314-7E2389C20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CA0A76-81B3-4CBD-AFAB-0E92EA856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7153B-C2E4-4088-9A5A-87D3265D41DD}" type="slidenum">
              <a:rPr lang="en-MW" smtClean="0"/>
              <a:t>‹#›</a:t>
            </a:fld>
            <a:endParaRPr lang="en-MW"/>
          </a:p>
        </p:txBody>
      </p:sp>
    </p:spTree>
    <p:extLst>
      <p:ext uri="{BB962C8B-B14F-4D97-AF65-F5344CB8AC3E}">
        <p14:creationId xmlns:p14="http://schemas.microsoft.com/office/powerpoint/2010/main" val="2053417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F7124C-0B76-49B6-5303-75EB005F7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BB4E47-7B5E-23E5-AC25-D55EF2038C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E6EA94-BB81-9857-533A-91C159B0B0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0FD32F-7B25-4A37-8168-1D1991CAAA62}" type="datetimeFigureOut">
              <a:rPr lang="en-MW" smtClean="0"/>
              <a:t>13/06/2026</a:t>
            </a:fld>
            <a:endParaRPr lang="en-M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C2FB63-018F-6AE5-13A3-0BA2DA7D90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M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ABE55B-2A88-A5E9-4556-AEFC3DA5D9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67153B-C2E4-4088-9A5A-87D3265D41DD}" type="slidenum">
              <a:rPr lang="en-MW" smtClean="0"/>
              <a:t>‹#›</a:t>
            </a:fld>
            <a:endParaRPr lang="en-MW"/>
          </a:p>
        </p:txBody>
      </p:sp>
    </p:spTree>
    <p:extLst>
      <p:ext uri="{BB962C8B-B14F-4D97-AF65-F5344CB8AC3E}">
        <p14:creationId xmlns:p14="http://schemas.microsoft.com/office/powerpoint/2010/main" val="9903192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M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18AFB-9BA2-8CA9-2D9C-D92BB3ECDD4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MW" dirty="0"/>
              <a:t>DYNAMIC CONTENT (DOM MANIPULATION)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690135-4BCE-BD00-BED6-3DBD02FAE17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Benjamin khoko</a:t>
            </a:r>
          </a:p>
          <a:p>
            <a:r>
              <a:rPr lang="en-GB" dirty="0"/>
              <a:t>23311351015</a:t>
            </a:r>
            <a:endParaRPr lang="en-MW" dirty="0"/>
          </a:p>
        </p:txBody>
      </p:sp>
    </p:spTree>
    <p:extLst>
      <p:ext uri="{BB962C8B-B14F-4D97-AF65-F5344CB8AC3E}">
        <p14:creationId xmlns:p14="http://schemas.microsoft.com/office/powerpoint/2010/main" val="1349757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8A1D0-271E-9B9D-E32A-FF2C19F7D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7161"/>
            <a:ext cx="10515600" cy="655319"/>
          </a:xfrm>
        </p:spPr>
        <p:txBody>
          <a:bodyPr>
            <a:normAutofit fontScale="90000"/>
          </a:bodyPr>
          <a:lstStyle/>
          <a:p>
            <a:r>
              <a:rPr lang="en-MW" dirty="0"/>
              <a:t>WHAT IS DOM MANIPULATION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28D27A-4A11-4147-2220-F8A0B025FB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92480"/>
            <a:ext cx="12192000" cy="5928359"/>
          </a:xfrm>
        </p:spPr>
        <p:txBody>
          <a:bodyPr/>
          <a:lstStyle/>
          <a:p>
            <a:r>
              <a:rPr lang="en-MW" dirty="0"/>
              <a:t>DOM manipulation is the process of using JavaScript to change, add, remove, or modify elements and content on a web page while the page is running.</a:t>
            </a:r>
            <a:endParaRPr lang="en-GB" dirty="0"/>
          </a:p>
          <a:p>
            <a:r>
              <a:rPr lang="en-MW" dirty="0"/>
              <a:t>DOM (Document Object Model)</a:t>
            </a:r>
            <a:r>
              <a:rPr lang="en-GB" dirty="0"/>
              <a:t>,</a:t>
            </a:r>
            <a:r>
              <a:rPr lang="en-MW" dirty="0"/>
              <a:t> A tree structure representing an HTML page.</a:t>
            </a:r>
            <a:endParaRPr lang="en-GB" dirty="0"/>
          </a:p>
          <a:p>
            <a:pPr marL="0" indent="0">
              <a:buNone/>
            </a:pPr>
            <a:r>
              <a:rPr lang="en-MW" b="1" dirty="0"/>
              <a:t>Core Terms</a:t>
            </a:r>
            <a:endParaRPr lang="en-GB" b="1" dirty="0"/>
          </a:p>
          <a:p>
            <a:r>
              <a:rPr lang="en-MW" dirty="0"/>
              <a:t>DOM Tree Node – Any element, attribute, or text in the DOM.</a:t>
            </a:r>
            <a:endParaRPr lang="en-GB" dirty="0"/>
          </a:p>
          <a:p>
            <a:r>
              <a:rPr lang="en-MW" dirty="0" err="1"/>
              <a:t>getElementById</a:t>
            </a:r>
            <a:r>
              <a:rPr lang="en-MW" dirty="0"/>
              <a:t>() – Selects an element using its ID.</a:t>
            </a:r>
            <a:endParaRPr lang="en-GB" dirty="0"/>
          </a:p>
          <a:p>
            <a:r>
              <a:rPr lang="en-MW" dirty="0" err="1"/>
              <a:t>querySelector</a:t>
            </a:r>
            <a:r>
              <a:rPr lang="en-MW" dirty="0"/>
              <a:t>() – Selects the first element matching a CSS selector.</a:t>
            </a:r>
            <a:endParaRPr lang="en-GB" dirty="0"/>
          </a:p>
          <a:p>
            <a:r>
              <a:rPr lang="en-MW" dirty="0" err="1"/>
              <a:t>textContent</a:t>
            </a:r>
            <a:r>
              <a:rPr lang="en-MW" dirty="0"/>
              <a:t> – Reads or changes text only.</a:t>
            </a:r>
            <a:endParaRPr lang="en-GB" dirty="0"/>
          </a:p>
          <a:p>
            <a:r>
              <a:rPr lang="en-MW" dirty="0" err="1"/>
              <a:t>innerHTML</a:t>
            </a:r>
            <a:r>
              <a:rPr lang="en-MW" dirty="0"/>
              <a:t> – Reads or changes HTML content.</a:t>
            </a:r>
            <a:endParaRPr lang="en-MW" b="1" dirty="0"/>
          </a:p>
        </p:txBody>
      </p:sp>
    </p:spTree>
    <p:extLst>
      <p:ext uri="{BB962C8B-B14F-4D97-AF65-F5344CB8AC3E}">
        <p14:creationId xmlns:p14="http://schemas.microsoft.com/office/powerpoint/2010/main" val="20858301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5DF02-A760-48F6-5551-ED6A00BC59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5475"/>
          </a:xfrm>
        </p:spPr>
        <p:txBody>
          <a:bodyPr>
            <a:normAutofit fontScale="90000"/>
          </a:bodyPr>
          <a:lstStyle/>
          <a:p>
            <a:r>
              <a:rPr lang="en-MW" dirty="0"/>
              <a:t>HOW DOES IT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B0FD5C-E294-9F92-F135-D1BAF4D0C4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1112520"/>
            <a:ext cx="6096000" cy="526014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MW" sz="2400" dirty="0"/>
              <a:t>New Terms</a:t>
            </a:r>
          </a:p>
          <a:p>
            <a:pPr marL="0" indent="0">
              <a:buNone/>
            </a:pPr>
            <a:r>
              <a:rPr lang="en-MW" sz="2400" dirty="0"/>
              <a:t>• </a:t>
            </a:r>
            <a:r>
              <a:rPr lang="en-MW" sz="2400" dirty="0" err="1"/>
              <a:t>createElement</a:t>
            </a:r>
            <a:r>
              <a:rPr lang="en-MW" sz="2400" dirty="0"/>
              <a:t>() – Creates a new HTML element.</a:t>
            </a:r>
            <a:br>
              <a:rPr lang="en-MW" sz="2400" dirty="0"/>
            </a:br>
            <a:r>
              <a:rPr lang="en-MW" sz="2400" dirty="0"/>
              <a:t>• </a:t>
            </a:r>
            <a:r>
              <a:rPr lang="en-MW" sz="2400" dirty="0" err="1"/>
              <a:t>appendChild</a:t>
            </a:r>
            <a:r>
              <a:rPr lang="en-MW" sz="2400" dirty="0"/>
              <a:t>() – Adds a new element to the page.</a:t>
            </a:r>
            <a:br>
              <a:rPr lang="en-MW" sz="2400" dirty="0"/>
            </a:br>
            <a:r>
              <a:rPr lang="en-MW" sz="2400" dirty="0"/>
              <a:t>• Event Listener – Waits for user actions such as clicks.</a:t>
            </a:r>
          </a:p>
          <a:p>
            <a:r>
              <a:rPr lang="en-MW" sz="2400" dirty="0"/>
              <a:t>Example</a:t>
            </a:r>
          </a:p>
          <a:p>
            <a:r>
              <a:rPr lang="en-MW" sz="2400" dirty="0"/>
              <a:t>let p = </a:t>
            </a:r>
            <a:r>
              <a:rPr lang="en-MW" sz="2400" dirty="0" err="1"/>
              <a:t>document.createElement</a:t>
            </a:r>
            <a:r>
              <a:rPr lang="en-MW" sz="2400" dirty="0"/>
              <a:t>("p");</a:t>
            </a:r>
            <a:br>
              <a:rPr lang="en-MW" sz="2400" dirty="0"/>
            </a:br>
            <a:r>
              <a:rPr lang="en-MW" sz="2400" dirty="0" err="1"/>
              <a:t>p.textContent</a:t>
            </a:r>
            <a:r>
              <a:rPr lang="en-MW" sz="2400" dirty="0"/>
              <a:t> = "Hello";</a:t>
            </a:r>
            <a:br>
              <a:rPr lang="en-MW" sz="2400" dirty="0"/>
            </a:br>
            <a:r>
              <a:rPr lang="en-MW" sz="2400" dirty="0" err="1"/>
              <a:t>document.body.appendChild</a:t>
            </a:r>
            <a:r>
              <a:rPr lang="en-MW" sz="2400" dirty="0"/>
              <a:t>(p);</a:t>
            </a:r>
          </a:p>
          <a:p>
            <a:endParaRPr lang="en-MW" sz="2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60E9F1-F02C-F8ED-E844-882F307B00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30462" y="1112520"/>
            <a:ext cx="5861538" cy="50484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MW" sz="2400" dirty="0"/>
              <a:t>What Happens?</a:t>
            </a:r>
          </a:p>
          <a:p>
            <a:r>
              <a:rPr lang="en-MW" sz="2400" dirty="0"/>
              <a:t>Create a paragraph.</a:t>
            </a:r>
          </a:p>
          <a:p>
            <a:r>
              <a:rPr lang="en-MW" sz="2400" dirty="0"/>
              <a:t>Add text.</a:t>
            </a:r>
          </a:p>
          <a:p>
            <a:r>
              <a:rPr lang="en-MW" sz="2400" dirty="0"/>
              <a:t>Insert it into the page.</a:t>
            </a:r>
          </a:p>
          <a:p>
            <a:pPr marL="0" indent="0">
              <a:buNone/>
            </a:pPr>
            <a:r>
              <a:rPr lang="en-MW" sz="2400" dirty="0"/>
              <a:t>Analogy</a:t>
            </a:r>
          </a:p>
          <a:p>
            <a:r>
              <a:rPr lang="en-MW" sz="2400" dirty="0"/>
              <a:t>DOM = Family Tree</a:t>
            </a:r>
          </a:p>
          <a:p>
            <a:r>
              <a:rPr lang="en-MW" sz="2400" dirty="0"/>
              <a:t>Document → Parent</a:t>
            </a:r>
            <a:br>
              <a:rPr lang="en-MW" sz="2400" dirty="0"/>
            </a:br>
            <a:r>
              <a:rPr lang="en-MW" sz="2400" dirty="0"/>
              <a:t>Elements → Children</a:t>
            </a:r>
          </a:p>
          <a:p>
            <a:r>
              <a:rPr lang="en-MW" sz="2400" dirty="0"/>
              <a:t>JavaScript can add, remove, or update family members.</a:t>
            </a:r>
          </a:p>
          <a:p>
            <a:endParaRPr lang="en-MW" sz="2400" dirty="0"/>
          </a:p>
        </p:txBody>
      </p:sp>
    </p:spTree>
    <p:extLst>
      <p:ext uri="{BB962C8B-B14F-4D97-AF65-F5344CB8AC3E}">
        <p14:creationId xmlns:p14="http://schemas.microsoft.com/office/powerpoint/2010/main" val="2186067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ED93E-FE4D-6F96-DD50-07C192AC3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W" dirty="0"/>
              <a:t>WHY DOES IT MATTER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A51E5A-D0FC-7A1E-FB09-9B91D35EEAC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MW" dirty="0"/>
              <a:t>Real-World Uses</a:t>
            </a:r>
          </a:p>
          <a:p>
            <a:r>
              <a:rPr lang="en-MW" dirty="0"/>
              <a:t>• Online quizzes</a:t>
            </a:r>
            <a:br>
              <a:rPr lang="en-MW" dirty="0"/>
            </a:br>
            <a:r>
              <a:rPr lang="en-MW" dirty="0"/>
              <a:t>• Shopping carts</a:t>
            </a:r>
            <a:br>
              <a:rPr lang="en-MW" dirty="0"/>
            </a:br>
            <a:r>
              <a:rPr lang="en-MW" dirty="0"/>
              <a:t>• Social media feeds</a:t>
            </a:r>
            <a:br>
              <a:rPr lang="en-MW" dirty="0"/>
            </a:br>
            <a:r>
              <a:rPr lang="en-MW" dirty="0"/>
              <a:t>• Chat applications</a:t>
            </a:r>
            <a:br>
              <a:rPr lang="en-MW" dirty="0"/>
            </a:br>
            <a:r>
              <a:rPr lang="en-MW" dirty="0"/>
              <a:t>• Live sports scoreboards</a:t>
            </a:r>
          </a:p>
          <a:p>
            <a:pPr marL="0" indent="0">
              <a:buNone/>
            </a:pPr>
            <a:r>
              <a:rPr lang="en-MW" dirty="0"/>
              <a:t>Benefits</a:t>
            </a:r>
          </a:p>
          <a:p>
            <a:r>
              <a:rPr lang="en-MW" dirty="0"/>
              <a:t>✓ Faster user experience</a:t>
            </a:r>
            <a:br>
              <a:rPr lang="en-MW" dirty="0"/>
            </a:br>
            <a:r>
              <a:rPr lang="en-MW" dirty="0"/>
              <a:t>✓ No page refresh required</a:t>
            </a:r>
            <a:br>
              <a:rPr lang="en-MW" dirty="0"/>
            </a:br>
            <a:r>
              <a:rPr lang="en-MW" dirty="0"/>
              <a:t>✓ Interactive websites</a:t>
            </a:r>
          </a:p>
          <a:p>
            <a:endParaRPr lang="en-MW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63A7D0-3F9B-4E60-2D41-71A10F8C228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MW" dirty="0"/>
              <a:t>Common Mistakes</a:t>
            </a:r>
          </a:p>
          <a:p>
            <a:pPr marL="0" indent="0">
              <a:buNone/>
            </a:pPr>
            <a:r>
              <a:rPr lang="en-MW" dirty="0"/>
              <a:t>✗ Using </a:t>
            </a:r>
            <a:r>
              <a:rPr lang="en-MW" dirty="0" err="1"/>
              <a:t>innerHTML</a:t>
            </a:r>
            <a:r>
              <a:rPr lang="en-MW" dirty="0"/>
              <a:t> everywhere</a:t>
            </a:r>
            <a:br>
              <a:rPr lang="en-MW" dirty="0"/>
            </a:br>
            <a:r>
              <a:rPr lang="en-MW" dirty="0"/>
              <a:t>✗ Forgetting event listeners</a:t>
            </a:r>
            <a:br>
              <a:rPr lang="en-MW" dirty="0"/>
            </a:br>
            <a:r>
              <a:rPr lang="en-MW" dirty="0"/>
              <a:t>✗ Wrong element IDs</a:t>
            </a:r>
          </a:p>
          <a:p>
            <a:pPr marL="0" indent="0">
              <a:buNone/>
            </a:pPr>
            <a:r>
              <a:rPr lang="en-MW" dirty="0"/>
              <a:t>Security Note</a:t>
            </a:r>
          </a:p>
          <a:p>
            <a:r>
              <a:rPr lang="en-MW" dirty="0" err="1"/>
              <a:t>innerHTML</a:t>
            </a:r>
            <a:r>
              <a:rPr lang="en-MW" dirty="0"/>
              <a:t> can inject raw HTML and may allow script injection attacks.</a:t>
            </a:r>
          </a:p>
          <a:p>
            <a:pPr marL="0" indent="0">
              <a:buNone/>
            </a:pPr>
            <a:r>
              <a:rPr lang="en-MW" dirty="0"/>
              <a:t>Safer Alternatives</a:t>
            </a:r>
          </a:p>
          <a:p>
            <a:pPr marL="0" indent="0">
              <a:buNone/>
            </a:pPr>
            <a:r>
              <a:rPr lang="en-MW" dirty="0"/>
              <a:t>✓ </a:t>
            </a:r>
            <a:r>
              <a:rPr lang="en-MW" dirty="0" err="1"/>
              <a:t>createElement</a:t>
            </a:r>
            <a:r>
              <a:rPr lang="en-MW" dirty="0"/>
              <a:t>()</a:t>
            </a:r>
            <a:br>
              <a:rPr lang="en-MW" dirty="0"/>
            </a:br>
            <a:r>
              <a:rPr lang="en-MW" dirty="0"/>
              <a:t>✓ </a:t>
            </a:r>
            <a:r>
              <a:rPr lang="en-MW" dirty="0" err="1"/>
              <a:t>appendChild</a:t>
            </a:r>
            <a:r>
              <a:rPr lang="en-MW" dirty="0"/>
              <a:t>()</a:t>
            </a:r>
            <a:br>
              <a:rPr lang="en-MW" dirty="0"/>
            </a:br>
            <a:r>
              <a:rPr lang="en-MW" dirty="0"/>
              <a:t>✓ </a:t>
            </a:r>
            <a:r>
              <a:rPr lang="en-MW" dirty="0" err="1"/>
              <a:t>textContent</a:t>
            </a:r>
            <a:endParaRPr lang="en-MW" dirty="0"/>
          </a:p>
          <a:p>
            <a:endParaRPr lang="en-MW" dirty="0"/>
          </a:p>
        </p:txBody>
      </p:sp>
    </p:spTree>
    <p:extLst>
      <p:ext uri="{BB962C8B-B14F-4D97-AF65-F5344CB8AC3E}">
        <p14:creationId xmlns:p14="http://schemas.microsoft.com/office/powerpoint/2010/main" val="28110183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0CAC9-37E3-4906-F67D-49202F1F4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W" dirty="0"/>
              <a:t>WALKTHROUGH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FEF716-4B4B-6BAF-358A-C839DC920AF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MW" dirty="0"/>
              <a:t>Quiz Application Features</a:t>
            </a:r>
          </a:p>
          <a:p>
            <a:pPr marL="0" indent="0">
              <a:buNone/>
            </a:pPr>
            <a:r>
              <a:rPr lang="en-MW" dirty="0"/>
              <a:t>• Dynamic questions</a:t>
            </a:r>
            <a:br>
              <a:rPr lang="en-MW" dirty="0"/>
            </a:br>
            <a:r>
              <a:rPr lang="en-MW" dirty="0"/>
              <a:t>• Live score updates</a:t>
            </a:r>
            <a:br>
              <a:rPr lang="en-MW" dirty="0"/>
            </a:br>
            <a:r>
              <a:rPr lang="en-MW" dirty="0"/>
              <a:t>• Immediate feedback</a:t>
            </a:r>
            <a:br>
              <a:rPr lang="en-MW" dirty="0"/>
            </a:br>
            <a:r>
              <a:rPr lang="en-MW" dirty="0"/>
              <a:t>• No page reloads</a:t>
            </a:r>
          </a:p>
          <a:p>
            <a:pPr marL="0" indent="0">
              <a:buNone/>
            </a:pPr>
            <a:r>
              <a:rPr lang="en-MW" dirty="0"/>
              <a:t>DOM Operations Demonstrated</a:t>
            </a:r>
          </a:p>
          <a:p>
            <a:pPr marL="0" indent="0">
              <a:buNone/>
            </a:pPr>
            <a:r>
              <a:rPr lang="en-MW" dirty="0"/>
              <a:t>CREATE</a:t>
            </a:r>
          </a:p>
          <a:p>
            <a:r>
              <a:rPr lang="en-MW" dirty="0" err="1"/>
              <a:t>createElement</a:t>
            </a:r>
            <a:r>
              <a:rPr lang="en-MW" dirty="0"/>
              <a:t>()</a:t>
            </a:r>
          </a:p>
          <a:p>
            <a:pPr marL="0" indent="0">
              <a:buNone/>
            </a:pPr>
            <a:r>
              <a:rPr lang="en-MW" dirty="0"/>
              <a:t>Creates:</a:t>
            </a:r>
            <a:br>
              <a:rPr lang="en-MW" dirty="0"/>
            </a:br>
            <a:r>
              <a:rPr lang="en-MW" dirty="0"/>
              <a:t>• Question nodes</a:t>
            </a:r>
            <a:br>
              <a:rPr lang="en-MW" dirty="0"/>
            </a:br>
            <a:r>
              <a:rPr lang="en-MW" dirty="0"/>
              <a:t>• Answer buttons</a:t>
            </a:r>
            <a:br>
              <a:rPr lang="en-MW" dirty="0"/>
            </a:br>
            <a:r>
              <a:rPr lang="en-MW" dirty="0"/>
              <a:t>• Feedback messages</a:t>
            </a:r>
          </a:p>
          <a:p>
            <a:endParaRPr lang="en-MW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4F7BDC-2468-9023-66C7-B7F0EB547A1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MW" dirty="0"/>
              <a:t>READ</a:t>
            </a:r>
          </a:p>
          <a:p>
            <a:r>
              <a:rPr lang="en-MW" dirty="0"/>
              <a:t>User answer is read when a button is clicked.</a:t>
            </a:r>
          </a:p>
          <a:p>
            <a:pPr marL="0" indent="0">
              <a:buNone/>
            </a:pPr>
            <a:r>
              <a:rPr lang="en-MW" dirty="0"/>
              <a:t>Event Listener Example</a:t>
            </a:r>
          </a:p>
          <a:p>
            <a:r>
              <a:rPr lang="en-MW" dirty="0" err="1"/>
              <a:t>button.addEventListener</a:t>
            </a:r>
            <a:r>
              <a:rPr lang="en-MW" dirty="0"/>
              <a:t>("click", </a:t>
            </a:r>
            <a:r>
              <a:rPr lang="en-MW" dirty="0" err="1"/>
              <a:t>checkAnswer</a:t>
            </a:r>
            <a:r>
              <a:rPr lang="en-MW" dirty="0"/>
              <a:t>);</a:t>
            </a:r>
          </a:p>
          <a:p>
            <a:endParaRPr lang="en-MW" dirty="0"/>
          </a:p>
        </p:txBody>
      </p:sp>
    </p:spTree>
    <p:extLst>
      <p:ext uri="{BB962C8B-B14F-4D97-AF65-F5344CB8AC3E}">
        <p14:creationId xmlns:p14="http://schemas.microsoft.com/office/powerpoint/2010/main" val="25463575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2F264-15E3-68E1-0DAF-CBC0A61FF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W" dirty="0"/>
              <a:t>WALKTHROUGH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252424-EB72-E1E3-E53A-2829F6A3B86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MW" dirty="0"/>
              <a:t>UPDATE</a:t>
            </a:r>
          </a:p>
          <a:p>
            <a:r>
              <a:rPr lang="en-MW" dirty="0" err="1"/>
              <a:t>score.textContent</a:t>
            </a:r>
            <a:r>
              <a:rPr lang="en-MW" dirty="0"/>
              <a:t> = score;</a:t>
            </a:r>
          </a:p>
          <a:p>
            <a:r>
              <a:rPr lang="en-MW" dirty="0"/>
              <a:t>Updates score instantly.</a:t>
            </a:r>
          </a:p>
          <a:p>
            <a:pPr marL="0" indent="0">
              <a:buNone/>
            </a:pPr>
            <a:r>
              <a:rPr lang="en-MW" dirty="0"/>
              <a:t>DELETE</a:t>
            </a:r>
          </a:p>
          <a:p>
            <a:r>
              <a:rPr lang="en-MW" dirty="0" err="1"/>
              <a:t>container.innerHTML</a:t>
            </a:r>
            <a:r>
              <a:rPr lang="en-MW" dirty="0"/>
              <a:t> = "";</a:t>
            </a:r>
          </a:p>
          <a:p>
            <a:r>
              <a:rPr lang="en-MW" dirty="0"/>
              <a:t>Removes old question before loading the next one.</a:t>
            </a:r>
          </a:p>
          <a:p>
            <a:endParaRPr lang="en-MW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0C75B0-74FE-885A-28C9-665CF37E496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MW" dirty="0"/>
              <a:t>Visual Proof</a:t>
            </a:r>
          </a:p>
          <a:p>
            <a:r>
              <a:rPr lang="en-MW" dirty="0"/>
              <a:t>Live DOM Operations Log</a:t>
            </a:r>
          </a:p>
          <a:p>
            <a:r>
              <a:rPr lang="en-MW" dirty="0"/>
              <a:t>CREATE → Question node added</a:t>
            </a:r>
          </a:p>
          <a:p>
            <a:r>
              <a:rPr lang="en-MW" dirty="0"/>
              <a:t>UPDATE → Score changed</a:t>
            </a:r>
          </a:p>
          <a:p>
            <a:r>
              <a:rPr lang="en-MW" dirty="0"/>
              <a:t>DELETE → Previous node removed</a:t>
            </a:r>
          </a:p>
          <a:p>
            <a:r>
              <a:rPr lang="en-MW" dirty="0"/>
              <a:t>Result</a:t>
            </a:r>
          </a:p>
          <a:p>
            <a:r>
              <a:rPr lang="en-MW" dirty="0"/>
              <a:t>Entire quiz runs dynamically without refreshing the browser.</a:t>
            </a:r>
          </a:p>
          <a:p>
            <a:endParaRPr lang="en-MW" dirty="0"/>
          </a:p>
        </p:txBody>
      </p:sp>
    </p:spTree>
    <p:extLst>
      <p:ext uri="{BB962C8B-B14F-4D97-AF65-F5344CB8AC3E}">
        <p14:creationId xmlns:p14="http://schemas.microsoft.com/office/powerpoint/2010/main" val="8489628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162B9-303B-97B6-B44E-08E3BA03B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W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0CC818-C22A-0F16-9D4C-DD2F39BA3AC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MW" dirty="0"/>
              <a:t>Key Takeaway</a:t>
            </a:r>
          </a:p>
          <a:p>
            <a:r>
              <a:rPr lang="en-MW" dirty="0"/>
              <a:t>DOM Manipulation allows JavaScript to dynamically change web page content without reloading the page.</a:t>
            </a:r>
          </a:p>
          <a:p>
            <a:pPr marL="0" indent="0">
              <a:buNone/>
            </a:pPr>
            <a:r>
              <a:rPr lang="en-MW" dirty="0"/>
              <a:t>Important Terms</a:t>
            </a:r>
          </a:p>
          <a:p>
            <a:r>
              <a:rPr lang="en-MW" dirty="0"/>
              <a:t>• DOM Tree Node</a:t>
            </a:r>
            <a:br>
              <a:rPr lang="en-MW" dirty="0"/>
            </a:br>
            <a:r>
              <a:rPr lang="en-MW" dirty="0"/>
              <a:t>• </a:t>
            </a:r>
            <a:r>
              <a:rPr lang="en-MW" dirty="0" err="1"/>
              <a:t>getElementById</a:t>
            </a:r>
            <a:r>
              <a:rPr lang="en-MW" dirty="0"/>
              <a:t>()</a:t>
            </a:r>
            <a:br>
              <a:rPr lang="en-MW" dirty="0"/>
            </a:br>
            <a:r>
              <a:rPr lang="en-MW" dirty="0"/>
              <a:t>• </a:t>
            </a:r>
            <a:r>
              <a:rPr lang="en-MW" dirty="0" err="1"/>
              <a:t>querySelector</a:t>
            </a:r>
            <a:r>
              <a:rPr lang="en-MW" dirty="0"/>
              <a:t>()</a:t>
            </a:r>
            <a:br>
              <a:rPr lang="en-MW" dirty="0"/>
            </a:br>
            <a:r>
              <a:rPr lang="en-MW" dirty="0"/>
              <a:t>• </a:t>
            </a:r>
            <a:r>
              <a:rPr lang="en-MW" dirty="0" err="1"/>
              <a:t>createElement</a:t>
            </a:r>
            <a:r>
              <a:rPr lang="en-MW" dirty="0"/>
              <a:t>()</a:t>
            </a:r>
            <a:br>
              <a:rPr lang="en-MW" dirty="0"/>
            </a:br>
            <a:r>
              <a:rPr lang="en-MW" dirty="0"/>
              <a:t>• </a:t>
            </a:r>
            <a:r>
              <a:rPr lang="en-MW" dirty="0" err="1"/>
              <a:t>appendChild</a:t>
            </a:r>
            <a:r>
              <a:rPr lang="en-MW" dirty="0"/>
              <a:t>()</a:t>
            </a:r>
            <a:br>
              <a:rPr lang="en-MW" dirty="0"/>
            </a:br>
            <a:r>
              <a:rPr lang="en-MW" dirty="0"/>
              <a:t>• </a:t>
            </a:r>
            <a:r>
              <a:rPr lang="en-MW" dirty="0" err="1"/>
              <a:t>textContent</a:t>
            </a:r>
            <a:br>
              <a:rPr lang="en-MW" dirty="0"/>
            </a:br>
            <a:r>
              <a:rPr lang="en-MW" dirty="0"/>
              <a:t>• </a:t>
            </a:r>
            <a:r>
              <a:rPr lang="en-MW" dirty="0" err="1"/>
              <a:t>innerHTML</a:t>
            </a:r>
            <a:br>
              <a:rPr lang="en-MW" dirty="0"/>
            </a:br>
            <a:r>
              <a:rPr lang="en-MW" dirty="0"/>
              <a:t>• Event Listener</a:t>
            </a:r>
          </a:p>
          <a:p>
            <a:endParaRPr lang="en-MW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BC4DB1-2C6D-927E-3334-CB937D65B6C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MW" dirty="0"/>
              <a:t>Final Message</a:t>
            </a:r>
          </a:p>
          <a:p>
            <a:r>
              <a:rPr lang="en-MW" dirty="0"/>
              <a:t>The Quiz Application demonstrates the complete DOM lifecycle:</a:t>
            </a:r>
          </a:p>
          <a:p>
            <a:r>
              <a:rPr lang="en-MW" dirty="0"/>
              <a:t>Create → Read → Update → Delete</a:t>
            </a:r>
          </a:p>
          <a:p>
            <a:r>
              <a:rPr lang="en-MW"/>
              <a:t>This is the foundation of modern interactive web applications.</a:t>
            </a:r>
          </a:p>
          <a:p>
            <a:endParaRPr lang="en-MW"/>
          </a:p>
        </p:txBody>
      </p:sp>
    </p:spTree>
    <p:extLst>
      <p:ext uri="{BB962C8B-B14F-4D97-AF65-F5344CB8AC3E}">
        <p14:creationId xmlns:p14="http://schemas.microsoft.com/office/powerpoint/2010/main" val="5813528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503</Words>
  <Application>Microsoft Office PowerPoint</Application>
  <PresentationFormat>Widescreen</PresentationFormat>
  <Paragraphs>70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DYNAMIC CONTENT (DOM MANIPULATION)</vt:lpstr>
      <vt:lpstr>WHAT IS DOM MANIPULATION</vt:lpstr>
      <vt:lpstr>HOW DOES IT WORK</vt:lpstr>
      <vt:lpstr>WHY DOES IT MATTER</vt:lpstr>
      <vt:lpstr>WALKTHROUGH</vt:lpstr>
      <vt:lpstr>WALKTHROUGH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benjamin khoko</dc:creator>
  <cp:lastModifiedBy>benjamin khoko</cp:lastModifiedBy>
  <cp:revision>1</cp:revision>
  <dcterms:created xsi:type="dcterms:W3CDTF">2026-06-13T19:19:00Z</dcterms:created>
  <dcterms:modified xsi:type="dcterms:W3CDTF">2026-06-13T19:49:44Z</dcterms:modified>
</cp:coreProperties>
</file>